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718"/>
  </p:normalViewPr>
  <p:slideViewPr>
    <p:cSldViewPr snapToGrid="0">
      <p:cViewPr varScale="1">
        <p:scale>
          <a:sx n="113" d="100"/>
          <a:sy n="113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50CF7-7E71-58EE-B554-01F982260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3324-29EB-E014-66B6-67D71CBA8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7AB8B-2F11-050C-DAA1-321D3CC8C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5DFCF-1A1E-C094-26E7-2953F1ECF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CF301-EA87-FB02-474D-2AF77309B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9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D3D3-00F8-D998-ED04-77BC6C790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88CF2-6737-01E2-E253-AB9A47E26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A356F-1D96-53F4-83A0-C7107183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FECDF-7627-4963-2413-AD40E2DF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D1035-298B-9CD7-1F28-B1A04906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0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ED59-570E-FBFF-8D5B-A97C8728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2E5AA-5EAD-D87E-62D5-FC117C9A5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E78FD-2F75-9AFC-1D8A-BEBAEDED9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AAB79-703E-ADC9-995B-B8DF808B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C3735-364C-C1B7-F059-B6B4AA8B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3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41B53-CE6D-B592-593D-760D5957B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46394-4261-369E-41A6-45CA8A095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EC8A2-8F69-D4C2-0887-6E68E94B6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685EA-8674-E5B3-34B9-C808D7B2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FDAFF-011E-77C7-C0E8-1EFD4022B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D670B-6F18-B92D-1144-DB4CA378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55C1-B507-809C-1927-49D26F68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3272F-F2B0-8DD3-906C-0408D56AF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DEDB9-FECB-A917-326A-9C98673FC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20ED4-8333-CA6E-C091-D5AA75E15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BA11C-BD30-753C-3BD3-F71B05F6DA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4A7CB-8890-53DD-2B30-5E772B3E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39DF0-34F7-F317-25C9-77CAD78F9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EFE90-EE16-5506-C063-A3BD6C2B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6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3FF8-A971-AD65-ACE1-15E3913D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71272-CC1E-12CC-7C22-418EF3A8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F34DA-3A66-FCFE-EEBD-D499F7F38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74CE5-450A-C86A-4F85-AE7AA6E8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8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2B3B0-2E61-2A46-717A-1A7A0CF5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BEC5A-0DC0-C4F7-39D6-9BFBA575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8EAA-9451-6E11-1796-86143E48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8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F2D4-30FB-FF90-7E4D-06B9A9A21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116B6-7A88-604F-5189-2C97577CF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09B6C-EE92-2674-6DBC-E2EB59BE1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B3358-0115-441D-7DFD-F90F62F7C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36C28-64A4-1287-5A6D-CA4D6709A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0ABB7-0BBD-F0D0-A48B-792CEE75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1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A6C2-F942-F305-8976-D80A7163B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E2437-EE4D-6902-EA0D-F3A02B429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33023-8EEB-8838-A44C-925966F28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5FB80-852F-37D1-6C49-B143AC41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C4F1B-34F5-D2AE-B10E-6F0EFD55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292E5-EEEB-8AC0-6232-D694E429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4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4BAA-E9A2-34DE-C1E0-7D80EFE7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1C040-F150-0940-5A6D-A9015C012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A58F5-4032-682C-7D97-5D9DFE10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A3876-E198-2CF7-6D5C-E7C350AF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7946C-D983-57DC-CA80-B17C1FB9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13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0936E0-B1A3-5494-0FCD-0C9159457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BD15C4-13CB-C963-21A7-DC02AD241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26F50-9C0B-2513-F4C5-879A94E33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78F33-F666-378B-EF56-5AA76DB7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D8049-A1D3-5247-FDA3-78B1BBEE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2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FD7142-CEFB-F413-77C9-867DC759E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82845-7E4A-2FC3-44B3-C315BE47F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0834A-B078-332D-C777-C41468C13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CA544-7934-CD42-9F20-52B3FEFD169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7A7B5-8C85-DA61-0C48-DC1DACC3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C36A2-0F12-A826-8D1E-03F1A207F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3E3954-00FC-A74C-B168-360366ACC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3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05A17-4454-CD7C-866F-CDDF528CF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BANWR data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EB36F-01EC-8C99-4704-6FA46A24E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24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23CEF1-A8E5-3894-D6BF-72D599840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55" y="542679"/>
            <a:ext cx="11284289" cy="57726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11FAE1-253B-4FE2-EC0D-E3D90A25A257}"/>
              </a:ext>
            </a:extLst>
          </p:cNvPr>
          <p:cNvSpPr txBox="1"/>
          <p:nvPr/>
        </p:nvSpPr>
        <p:spPr>
          <a:xfrm>
            <a:off x="1196622" y="5091289"/>
            <a:ext cx="1443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stress = 0.12</a:t>
            </a:r>
          </a:p>
        </p:txBody>
      </p:sp>
    </p:spTree>
    <p:extLst>
      <p:ext uri="{BB962C8B-B14F-4D97-AF65-F5344CB8AC3E}">
        <p14:creationId xmlns:p14="http://schemas.microsoft.com/office/powerpoint/2010/main" val="2826245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B6786F-C8E1-5ADE-033B-E6A88DD9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68" y="690014"/>
            <a:ext cx="5177720" cy="57849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DDF7FF-46E8-F1A7-D1EF-392515C43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913" y="2502118"/>
            <a:ext cx="5343172" cy="289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98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BANWR data exploration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Bromley, Fern Lorelei - (fernb)</dc:creator>
  <cp:lastModifiedBy>Bromley, Fern Lorelei - (fernb)</cp:lastModifiedBy>
  <cp:revision>4</cp:revision>
  <dcterms:created xsi:type="dcterms:W3CDTF">2025-11-04T19:28:35Z</dcterms:created>
  <dcterms:modified xsi:type="dcterms:W3CDTF">2025-11-04T19:55:10Z</dcterms:modified>
</cp:coreProperties>
</file>